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  <p:embeddedFont>
      <p:font typeface="DM Sans" charset="1" panose="00000000000000000000"/>
      <p:regular r:id="rId19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40">
            <a:off x="-14297" y="7879423"/>
            <a:ext cx="18316594" cy="0"/>
          </a:xfrm>
          <a:prstGeom prst="line">
            <a:avLst/>
          </a:prstGeom>
          <a:ln cap="rnd" w="19050">
            <a:solidFill>
              <a:srgbClr val="D9D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907717" y="8799052"/>
            <a:ext cx="4909709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5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FB1-IT1-02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21507" y="2461260"/>
            <a:ext cx="14445615" cy="5622290"/>
            <a:chOff x="0" y="0"/>
            <a:chExt cx="19260820" cy="74963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60820" cy="7496383"/>
            </a:xfrm>
            <a:custGeom>
              <a:avLst/>
              <a:gdLst/>
              <a:ahLst/>
              <a:cxnLst/>
              <a:rect r="r" b="b" t="t" l="l"/>
              <a:pathLst>
                <a:path h="7496383" w="19260820">
                  <a:moveTo>
                    <a:pt x="0" y="0"/>
                  </a:moveTo>
                  <a:lnTo>
                    <a:pt x="19260820" y="0"/>
                  </a:lnTo>
                  <a:lnTo>
                    <a:pt x="19260820" y="7496383"/>
                  </a:lnTo>
                  <a:lnTo>
                    <a:pt x="0" y="74963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" r="0" b="-6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85775"/>
              <a:ext cx="19260820" cy="7982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275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Bubble bliss</a:t>
              </a:r>
              <a:r>
                <a:rPr lang="en-US" sz="5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: A Web-Based Milk Tea Ordering System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33627" y="8870166"/>
            <a:ext cx="2474090" cy="52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-13849"/>
            <a:ext cx="18288000" cy="2192350"/>
            <a:chOff x="0" y="0"/>
            <a:chExt cx="24384000" cy="2923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2923159"/>
            </a:xfrm>
            <a:custGeom>
              <a:avLst/>
              <a:gdLst/>
              <a:ahLst/>
              <a:cxnLst/>
              <a:rect r="r" b="b" t="t" l="l"/>
              <a:pathLst>
                <a:path h="292315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923159"/>
                  </a:lnTo>
                  <a:lnTo>
                    <a:pt x="0" y="2923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73" t="0" r="0" b="-9313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6264573" y="9258300"/>
            <a:ext cx="1250884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5533996" y="776754"/>
            <a:ext cx="9818494" cy="5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PHINMA – Cagayan de Oro College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657600" y="234382"/>
            <a:ext cx="1876396" cy="1708718"/>
            <a:chOff x="0" y="0"/>
            <a:chExt cx="2501862" cy="22782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01900" cy="2278253"/>
            </a:xfrm>
            <a:custGeom>
              <a:avLst/>
              <a:gdLst/>
              <a:ahLst/>
              <a:cxnLst/>
              <a:rect r="r" b="b" t="t" l="l"/>
              <a:pathLst>
                <a:path h="2278253" w="2501900">
                  <a:moveTo>
                    <a:pt x="0" y="0"/>
                  </a:moveTo>
                  <a:lnTo>
                    <a:pt x="2501900" y="0"/>
                  </a:lnTo>
                  <a:lnTo>
                    <a:pt x="2501900" y="2278253"/>
                  </a:lnTo>
                  <a:lnTo>
                    <a:pt x="0" y="2278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623936"/>
            <a:chOff x="0" y="0"/>
            <a:chExt cx="24384000" cy="21652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65223"/>
            </a:xfrm>
            <a:custGeom>
              <a:avLst/>
              <a:gdLst/>
              <a:ahLst/>
              <a:cxnLst/>
              <a:rect r="r" b="b" t="t" l="l"/>
              <a:pathLst>
                <a:path h="216522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65223"/>
                  </a:lnTo>
                  <a:lnTo>
                    <a:pt x="0" y="2165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6073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06664" y="427987"/>
            <a:ext cx="12471797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4528" y="1433693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﻿What is this Webpage?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528" y="3281343"/>
            <a:ext cx="1699895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0" indent="-431800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Milk Tea Ordering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260901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644528" y="4043343"/>
            <a:ext cx="1699895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0" indent="-431800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user to Browse and Customize Drinks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4523" y="4834138"/>
            <a:ext cx="1699895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0" indent="-431800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a Payment Options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559404"/>
            <a:chOff x="0" y="0"/>
            <a:chExt cx="24384000" cy="2079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9244"/>
            </a:xfrm>
            <a:custGeom>
              <a:avLst/>
              <a:gdLst/>
              <a:ahLst/>
              <a:cxnLst/>
              <a:rect r="r" b="b" t="t" l="l"/>
              <a:pathLst>
                <a:path h="207924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9244"/>
                  </a:lnTo>
                  <a:lnTo>
                    <a:pt x="0" y="2079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7152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95600" y="533400"/>
            <a:ext cx="8223561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917" y="1600200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139" y="3361182"/>
            <a:ext cx="17221200" cy="45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324" indent="-322662" lvl="1">
              <a:lnSpc>
                <a:spcPts val="3586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Html- Structure of the webpage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299954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582139" y="4208621"/>
            <a:ext cx="17221200" cy="45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324" indent="-322662" lvl="1">
              <a:lnSpc>
                <a:spcPts val="3586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– Design, layout, and styling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139" y="5056060"/>
            <a:ext cx="17221200" cy="45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324" indent="-322662" lvl="1">
              <a:lnSpc>
                <a:spcPts val="3586"/>
              </a:lnSpc>
              <a:buFont typeface="Arial"/>
              <a:buChar char="•"/>
            </a:pPr>
            <a:r>
              <a:rPr lang="en-US" sz="29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– Logic(cart, checkout, Functionality)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825600"/>
            <a:chOff x="0" y="0"/>
            <a:chExt cx="24384000" cy="243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4082"/>
            </a:xfrm>
            <a:custGeom>
              <a:avLst/>
              <a:gdLst/>
              <a:ahLst/>
              <a:cxnLst/>
              <a:rect r="r" b="b" t="t" l="l"/>
              <a:pathLst>
                <a:path h="243408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4082"/>
                  </a:lnTo>
                  <a:lnTo>
                    <a:pt x="0" y="2434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3193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95600" y="533400"/>
            <a:ext cx="8596570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917" y="1600200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﻿Navigation bar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3332" y="4065615"/>
            <a:ext cx="908749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645" indent="-381822" lvl="1">
              <a:lnSpc>
                <a:spcPts val="4244"/>
              </a:lnSpc>
              <a:buFont typeface="Arial"/>
              <a:buChar char="•"/>
            </a:pPr>
            <a:r>
              <a:rPr lang="en-US" sz="3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Located at the top of the webpage</a:t>
            </a:r>
          </a:p>
          <a:p>
            <a:pPr algn="l" marL="763645" indent="-381822" lvl="1">
              <a:lnSpc>
                <a:spcPts val="4244"/>
              </a:lnSpc>
              <a:buFont typeface="Arial"/>
              <a:buChar char="•"/>
            </a:pPr>
            <a:r>
              <a:rPr lang="en-US" sz="3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Contains Home, Menu, About, Contact</a:t>
            </a:r>
          </a:p>
          <a:p>
            <a:pPr algn="l" marL="763645" indent="-381822" lvl="1">
              <a:lnSpc>
                <a:spcPts val="4244"/>
              </a:lnSpc>
              <a:buFont typeface="Arial"/>
              <a:buChar char="•"/>
            </a:pPr>
            <a:r>
              <a:rPr lang="en-US" sz="35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Smooth scrolling between sections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339410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730197"/>
            <a:chOff x="0" y="0"/>
            <a:chExt cx="24384000" cy="2306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06955"/>
            </a:xfrm>
            <a:custGeom>
              <a:avLst/>
              <a:gdLst/>
              <a:ahLst/>
              <a:cxnLst/>
              <a:rect r="r" b="b" t="t" l="l"/>
              <a:pathLst>
                <a:path h="230695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06955"/>
                  </a:lnTo>
                  <a:lnTo>
                    <a:pt x="0" y="2306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447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95600" y="533400"/>
            <a:ext cx="8489994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917" y="1600200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Menu Features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8917" y="3517621"/>
            <a:ext cx="1613228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different milk tea flavors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choose size and toppings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pricing updates</a:t>
            </a:r>
          </a:p>
          <a:p>
            <a:pPr algn="l" marL="863600" indent="-431800" lvl="1">
              <a:lnSpc>
                <a:spcPts val="48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to cart functionality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286463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730197"/>
            <a:chOff x="0" y="0"/>
            <a:chExt cx="24384000" cy="2306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06955"/>
            </a:xfrm>
            <a:custGeom>
              <a:avLst/>
              <a:gdLst/>
              <a:ahLst/>
              <a:cxnLst/>
              <a:rect r="r" b="b" t="t" l="l"/>
              <a:pathLst>
                <a:path h="230695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06955"/>
                  </a:lnTo>
                  <a:lnTo>
                    <a:pt x="0" y="2306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447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95600" y="533400"/>
            <a:ext cx="8489994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917" y="1600200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Cart and Checkout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8917" y="3517621"/>
            <a:ext cx="1613228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view selected items in cart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total price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Checkout form for user details</a:t>
            </a:r>
          </a:p>
          <a:p>
            <a:pPr algn="l" marL="863599" indent="-4318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methods: Cash on Delivery &amp; GCash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422161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3849"/>
            <a:ext cx="18288000" cy="1730197"/>
            <a:chOff x="0" y="0"/>
            <a:chExt cx="24384000" cy="2306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06955"/>
            </a:xfrm>
            <a:custGeom>
              <a:avLst/>
              <a:gdLst/>
              <a:ahLst/>
              <a:cxnLst/>
              <a:rect r="r" b="b" t="t" l="l"/>
              <a:pathLst>
                <a:path h="230695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06955"/>
                  </a:lnTo>
                  <a:lnTo>
                    <a:pt x="0" y="2306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73" t="0" r="0" b="-1447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95600" y="533400"/>
            <a:ext cx="8489994" cy="64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6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PHINMA – Cagayan de Oro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917" y="1600200"/>
            <a:ext cx="11636483" cy="125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4"/>
              </a:lnSpc>
            </a:pPr>
            <a:r>
              <a:rPr lang="en-US" b="true" sz="60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Page Arrangement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60291" y="3996680"/>
            <a:ext cx="882530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– Introduction section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Menu – Product listing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– Business information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 – Contact details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2428" y="114300"/>
            <a:ext cx="1441809" cy="1312964"/>
            <a:chOff x="0" y="0"/>
            <a:chExt cx="1922412" cy="1750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2399" cy="1750568"/>
            </a:xfrm>
            <a:custGeom>
              <a:avLst/>
              <a:gdLst/>
              <a:ahLst/>
              <a:cxnLst/>
              <a:rect r="r" b="b" t="t" l="l"/>
              <a:pathLst>
                <a:path h="1750568" w="1922399">
                  <a:moveTo>
                    <a:pt x="0" y="0"/>
                  </a:moveTo>
                  <a:lnTo>
                    <a:pt x="1922399" y="0"/>
                  </a:lnTo>
                  <a:lnTo>
                    <a:pt x="1922399" y="1750568"/>
                  </a:lnTo>
                  <a:lnTo>
                    <a:pt x="0" y="175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flipV="true">
            <a:off x="16264573" y="9258300"/>
            <a:ext cx="1281726" cy="4384"/>
          </a:xfrm>
          <a:prstGeom prst="line">
            <a:avLst/>
          </a:prstGeom>
          <a:ln cap="rnd" w="762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8817426" y="8659406"/>
            <a:ext cx="7549696" cy="91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 399: </a:t>
            </a:r>
          </a:p>
          <a:p>
            <a:pPr algn="l">
              <a:lnSpc>
                <a:spcPts val="3695"/>
              </a:lnSpc>
            </a:pPr>
            <a:r>
              <a:rPr lang="en-US" sz="27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﻿Human Computer Interaction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" y="0"/>
            <a:ext cx="18288010" cy="10287000"/>
            <a:chOff x="0" y="0"/>
            <a:chExt cx="24384013" cy="13716000"/>
          </a:xfrm>
        </p:grpSpPr>
        <p:sp>
          <p:nvSpPr>
            <p:cNvPr name="Freeform 3" id="3" descr="G:\FileHistory\user\WCESTERO\Data\C\Users\user\Documents\ALL FILES\PHINMA Ed\Events &amp; Special Projects\Presentation Template\4x3\End Slide (PHINMAEd)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333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DAHGHyaGejg</dc:identifier>
  <dcterms:modified xsi:type="dcterms:W3CDTF">2011-08-01T06:04:30Z</dcterms:modified>
  <cp:revision>1</cp:revision>
  <dc:title>Group 6- milktea ordering website</dc:title>
</cp:coreProperties>
</file>